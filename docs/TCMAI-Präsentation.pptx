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Überschrif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de-DE" smtClean="0"/>
              <a:t>10/30/2013</a:t>
            </a:fld>
            <a:endParaRPr lang="de-DE"/>
          </a:p>
        </p:txBody>
      </p:sp>
      <p:sp>
        <p:nvSpPr>
          <p:cNvPr id="4" name="Platzhalter für Folienbi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Platzhalter für Notizen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zhalter für Folienbild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Platzhalter für Notizen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Abschnitts-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Bildplatzhalt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Klicken Sie auf das Symbol, um ein Bild hinzuzufügen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de-DE" smtClean="0"/>
              <a:t>30.10.2013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ONLYOFFICE/9.2.1.43</Application>
  <PresentationFormat>On-screen Show (4:3)</PresentationFormat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